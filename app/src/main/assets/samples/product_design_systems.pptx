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txBody>
          <a:bodyPr/>
          <a:p>
            <a:r>
              <a:t>Design Engineering Philosophy</a:t>
            </a:r>
          </a:p>
          <a:p>
            <a:r>
              <a:t>Building purposeful, high-craft mobile interfaces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txBody>
          <a:bodyPr/>
          <a:p>
            <a:pPr lvl="0"/>
            <a:r>
              <a:t>• Deliberate visual hierarchy that communicates function</a:t>
            </a:r>
          </a:p>
          <a:p>
            <a:pPr lvl="0"/>
            <a:r>
              <a:t>• Subtle motion that guides without causing distraction</a:t>
            </a:r>
          </a:p>
          <a:p>
            <a:pPr lvl="0"/>
            <a:r>
              <a:t>• Zero AI slop: no purple gradients, no fake metrics</a:t>
            </a:r>
          </a:p>
        </p:txBody>
      </p:sp>
    </p:spTree>
  </p:cSld>
</p:sld>
</file>

<file path=ppt/slides/slide2.xml><?xml version="1.0" encoding="UTF-8" standalone="yes"?>
<p:sld xmlns:p="http://schemas.openxmlformats.org/presentationml/2006/main" xmlns:a="http://schemas.openxmlformats.org/drawingml/2006/main">
  <p:cSld>
    <p:spTree>
      <p:nvGrpSpPr><p:cNvPr id="1" name=""/><p:cNvGrpSpPr/><p:nvPr/></p:nvGrpSpPr>
      <p:grpSpPr/>
      <p:sp>
        <p:nvSpPr><p:cNvPr id="2" name="Title"/><p:cNvSpPr><a:spLocks noGrp="1"/></p:cNvSpPr><p:nvPr/></p:nvSpPr>
        <p:txBody>
          <a:bodyPr/>
          <a:p><a:r><a:t>Universal Format Architecture</a:t></a:r></a:p>
          <a:p><a:r><a:t>Engineering reliability across document standards</a:t></a:r></a:p>
        </p:txBody>
      </p:sp>
      <p:sp>
        <p:nvSpPr><p:cNvPr id="3" name="Content"/><p:cNvSpPr><a:spLocks noGrp="1"/></p:cNvSpPr><p:nvPr/></p:nvSpPr>
        <p:txBody>
          <a:bodyPr/>
          <a:p><a:pPr lvl="0"/><a:r><a:t>• PDF: Fast bitmap rendering with memory-safe paging</a:t></a:r></a:p><a:p><a:pPr lvl="0"/><a:r><a:t>• DOCX / PPTX / XLSX: Native ZIP OpenXML parsing</a:t></a:r></a:p><a:p><a:pPr lvl="0"/><a:r><a:t>• CSV & Markdown: Instant tokenized streaming grids</a:t></a:r></a:p>
        </p:txBody>
      </p:sp>
    </p:spTree>
  </p:cSld>
</p:sld>
</file>

<file path=ppt/slides/slide3.xml><?xml version="1.0" encoding="UTF-8" standalone="yes"?>
<p:sld xmlns:p="http://schemas.openxmlformats.org/presentationml/2006/main" xmlns:a="http://schemas.openxmlformats.org/drawingml/2006/main">
  <p:cSld>
    <p:spTree>
      <p:nvGrpSpPr><p:cNvPr id="1" name=""/><p:cNvGrpSpPr/><p:nvPr/></p:nvGrpSpPr>
      <p:grpSpPr/>
      <p:sp>
        <p:nvSpPr><p:cNvPr id="2" name="Title"/><p:cNvSpPr><a:spLocks noGrp="1"/></p:cNvSpPr><p:nvPr/></p:nvSpPr>
        <p:txBody>
          <a:bodyPr/>
          <a:p><a:r><a:t>Privacy & Performance Guarantees</a:t></a:r></a:p>
          <a:p><a:r><a:t>Deterministic local execution</a:t></a:r></a:p>
        </p:txBody>
      </p:sp>
      <p:sp>
        <p:nvSpPr><p:cNvPr id="3" name="Content"/><p:cNvSpPr><a:spLocks noGrp="1"/></p:cNvSpPr><p:nvPr/></p:nvSpPr>
        <p:txBody>
          <a:bodyPr/>
          <a:p><a:pPr lvl="0"/><a:r><a:t>• 100% offline document processing</a:t></a:r></a:p><a:p><a:pPr lvl="0"/><a:r><a:t>• No user telemetry or remote tracking</a:t></a:r></a:p><a:p><a:pPr lvl="0"/><a:r><a:t>• Room database persistence with URI permissions</a:t></a:r></a:p>
        </p:txBody>
      </p:sp>
    </p:spTree>
  </p:cSld>
</p:sld>
</file>