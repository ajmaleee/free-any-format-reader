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txBody>
          <a:bodyPr/>
          <a:p>
            <a:r>
              <a:t>Design Engineering Philosophy</a:t>
            </a:r>
          </a:p>
          <a:p>
            <a:r>
              <a:t>Building purposeful, high-craft mobile interfaces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txBody>
          <a:bodyPr/>
          <a:p>
            <a:pPr lvl="0"/>
            <a:r>
              <a:t>• Deliberate visual hierarchy that communicates function</a:t>
            </a:r>
          </a:p>
          <a:p>
            <a:pPr lvl="0"/>
            <a:r>
              <a:t>• Subtle motion that guides without causing distraction</a:t>
            </a:r>
          </a:p>
          <a:p>
            <a:pPr lvl="0"/>
            <a:r>
              <a:t>• Zero AI slop: no purple gradients, no fake metrics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txBody>
          <a:bodyPr/>
          <a:p>
            <a:r>
              <a:t>Universal Format Architecture</a:t>
            </a:r>
          </a:p>
          <a:p>
            <a:r>
              <a:t>Engineering reliability across document standards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txBody>
          <a:bodyPr/>
          <a:p>
            <a:pPr lvl="0"/>
            <a:r>
              <a:t>• PDF: Fast bitmap rendering with memory-safe paging</a:t>
            </a:r>
          </a:p>
          <a:p>
            <a:pPr lvl="0"/>
            <a:r>
              <a:t>• DOCX / PPTX / XLSX: Native ZIP OpenXML parsing</a:t>
            </a:r>
          </a:p>
          <a:p>
            <a:pPr lvl="0"/>
            <a:r>
              <a:t>• CSV &amp; Markdown: Instant tokenized streaming grids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txBody>
          <a:bodyPr/>
          <a:p>
            <a:r>
              <a:t>Privacy &amp; Performance Guarantees</a:t>
            </a:r>
          </a:p>
          <a:p>
            <a:r>
              <a:t>Deterministic local execution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txBody>
          <a:bodyPr/>
          <a:p>
            <a:pPr lvl="0"/>
            <a:r>
              <a:t>• 100% offline document processing</a:t>
            </a:r>
          </a:p>
          <a:p>
            <a:pPr lvl="0"/>
            <a:r>
              <a:t>• No user telemetry or remote tracking</a:t>
            </a:r>
          </a:p>
          <a:p>
            <a:pPr lvl="0"/>
            <a:r>
              <a:t>• Room database persistence with URI permissions</a:t>
            </a:r>
          </a:p>
        </p:txBody>
      </p:sp>
    </p:spTree>
  </p:cSld>
</p:sld>
</file>